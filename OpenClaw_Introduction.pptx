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9FF"/>
                </a:solidFill>
              </a:defRPr>
            </a:pPr>
            <a:r>
              <a:t>OpenClaw 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自托管 AI 代理网关平台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9FF"/>
                </a:solidFill>
              </a:defRPr>
            </a:pPr>
            <a:r>
              <a:t>什么是 OpenClaw？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自托管网关，连接聊天应用与 AI 代理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支持 WhatsApp、Telegram、Discord、iMessage 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在本地运行，数据完全掌控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MIT 开源许可，社区驱动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口号：'EXFOLIATE! EXFOLIATE!' — 来自一只太空龙虾 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9FF"/>
                </a:solidFill>
              </a:defRPr>
            </a:pPr>
            <a: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主要特性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多通道网关（单一进程支持多平台）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插件扩展（Mattermost 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多代理路由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媒体支持（图片、音频、文档）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技术能力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Web 控制界面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iOS/Android 节点配对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Canvas 渲染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相机/语音工作流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9FF"/>
                </a:solidFill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聊天应用 + 插件 → Gateway（网关）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Gateway → Pi 代理 / CLI / Web 控制界面 / 移动节点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网关是会话、路由和通道连接的单一事实来源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每个发送者独立会话，保证隐私隔离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9FF"/>
                </a:solidFill>
              </a:defRPr>
            </a:pPr>
            <a:r>
              <a:t>目标用户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适合人群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开发者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高级用户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需要个人 AI 助手的人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注重数据隐私的用户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使用场景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随时随地消息访问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不依赖托管服务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完全控制数据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  • 自定义 AI 行为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9FF"/>
                </a:solidFill>
              </a:defRPr>
            </a:pPr>
            <a:r>
              <a:t>快速开始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1. 安装：npm install -g openclaw@latest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2. 引导：openclaw onboard --install-daemon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3. 配对 WhatsApp：openclaw channels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4. 启动网关：openclaw gateway --port 18789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5. 访问控制 UI：http://127.0.0.1:18789/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9FF"/>
                </a:solidFill>
              </a:defRPr>
            </a:pPr>
            <a:r>
              <a:t>配置选项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配置文件：~/.openclaw/openclaw.json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默认使用 bundled Pi 二进制（RPC 模式）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可按发送者设置白名单（allowFrom）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群组消息可设置提及规则（requireMention）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支持自定义 API 提供商和模型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9FF"/>
                </a:solidFill>
              </a:defRPr>
            </a:pPr>
            <a:r>
              <a:t>社区与资源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官方文档：https://docs.openclaw.ai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GitHub: https://github.com/openclaw/openclaw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Discord 社区：https://discord.com/invite/clawd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技能市场：https://clawhub.com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MIT 开源许可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9FF"/>
                </a:solidFill>
              </a:defRPr>
            </a:pPr>
            <a:r>
              <a:t>OpenClaw 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让 AI 助手无处不在，同时保持数据掌控权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